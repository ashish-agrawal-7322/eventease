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OneDrive\Desktop\EventSync\server\assets\header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10911535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097280"/>
            <a:ext cx="10911535" cy="182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DEVELOPER STUDENTS CLUB PRESENTS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CARNIVAL 3.0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Submission Template · The Heist Plan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3511296" cy="14630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971800"/>
            <a:ext cx="31455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</a:rPr>
              <a:t>TEAM NAME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31455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EventEase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(Team SyncForge)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34256" y="2834640"/>
            <a:ext cx="3511296" cy="14630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17136" y="2971800"/>
            <a:ext cx="31455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</a:rPr>
              <a:t>TEAM ID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17136" y="3246120"/>
            <a:ext cx="31455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CC3-ADSC-2026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28432" y="2834640"/>
            <a:ext cx="3511296" cy="14630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11312" y="2971800"/>
            <a:ext cx="31455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</a:rPr>
              <a:t>TEAM LEADER / FOUNDER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11312" y="3246120"/>
            <a:ext cx="31455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Ashish Agrawal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480560"/>
            <a:ext cx="7214616" cy="160020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617720"/>
            <a:ext cx="6848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</a:rPr>
              <a:t>PROJECT / PROBLEM STATEMENT TITLE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" y="4892040"/>
            <a:ext cx="68488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EventEase: Autonomous Campus Event Operations, Holographic QR Gate Passports &amp; AI NAAC Audit Engine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28432" y="4480560"/>
            <a:ext cx="3511296" cy="160020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11312" y="4617720"/>
            <a:ext cx="31455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</a:rPr>
              <a:t>THEME / TRACK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11312" y="4892040"/>
            <a:ext cx="3145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Campus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/ Web3 Automation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6263640"/>
            <a:ext cx="10911535" cy="9144"/>
          </a:xfrm>
          <a:prstGeom prst="rect">
            <a:avLst/>
          </a:prstGeom>
          <a:solidFill>
            <a:srgbClr val="2A2F3D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97961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</a:rPr>
              <a:t>[TEAM EVENTEASE]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OneDrive\Desktop\EventSync\server\assets\header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10911535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097280"/>
            <a:ext cx="10911535" cy="182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1704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THE TARGET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 &amp; UNDERSTANDING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6263640"/>
            <a:ext cx="10911535" cy="9144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7961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EVENTEASE]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5358384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057400"/>
            <a:ext cx="4901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2468880"/>
            <a:ext cx="490118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Chaotic Campus Operations: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Colleges manage 40+ annual events through messy Google Forms, WhatsApp groups, and paper rosters.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Rampant Gate Fraud &amp; Proxy Entry: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Unregistered crowds flood auditorium gates; students share screenshots of passes to fake attendance.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Unverified Certificates &amp; Accreditation Delay: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Non-attendees claim participation certificates, while administration spends 2+ weeks compiling physical attendance slips for annual NAAC &amp; NBA audits.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90488" y="1874520"/>
            <a:ext cx="5358384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9088" y="2057400"/>
            <a:ext cx="4901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UNDERSTANDING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19088" y="2468880"/>
            <a:ext cx="490118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Root Cause: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absence of an integrated, institutional single sign-on platform tying event registration to physical gate entry.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Gaps in Existing Tools: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like Eventbrite/Luma lack .edu collegiate authentication, squad registration, and NAAC Criterion 5 reporting.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Solve It Now: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10,000+ students and strict UGC/NAAC compliance requirements, universities urgently need an automated, tamper-proof system.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OneDrive\Desktop\EventSync\server\assets\header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10911535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097280"/>
            <a:ext cx="10911535" cy="182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1704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THE TARGET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STAKEHOLDER PAIN POINTS &amp; AUDIENCE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6263640"/>
            <a:ext cx="10911535" cy="9144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7961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EVENTEASE]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351129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057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8680" y="2468880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COMMUNITY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2971800"/>
            <a:ext cx="305409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Pain Point: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20-minute entry queues, lost passes, individual registration limits for hackathon squads, lack of verifiable credentials.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EventEase Impact: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holographic QR pass in "My Tickets", solo or squad entry (2-4 members), and cryptographic digital certificate vault.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34256" y="1874520"/>
            <a:ext cx="351129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2856" y="2057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562856" y="2468880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CLUB LEADS &amp; ORGANIZERS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62856" y="2971800"/>
            <a:ext cx="305409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Pain Point: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Messy spreadsheets, days wasted writing agendas, manual gate checking, zero real-time attendance analytics.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EventEase Impact: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Google Gemini AI Event Copilot, 200ms laser HUD camera scanner, and 1-click broadcast reminder emails.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28432" y="1874520"/>
            <a:ext cx="351129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57032" y="2057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257032" y="2468880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FACULTY &amp; IQAC ADMIN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57032" y="2971800"/>
            <a:ext cx="305409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Pain Point: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Forged participation certificates, inaccurate turnout data, hundreds of manual hours assembling NAAC Criterion 5 audit files.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EventEase Impact: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Issuance locked strictly to physical gate scans, automated NAAC Criterion 5.3 PDF report, institutional review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OneDrive\Desktop\EventSync\server\assets\header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10911535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097280"/>
            <a:ext cx="10911535" cy="182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1704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THE PLAN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SOLUTION — EVENTEASE PROTOCOL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6263640"/>
            <a:ext cx="10911535" cy="9144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7961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EVENTEASE]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5358384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057400"/>
            <a:ext cx="4901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CORE SOLUTION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2468880"/>
            <a:ext cx="490118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Autonomous Collegiate Platform: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college event ecosystem uniting registration, gate control, and accreditation.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Cryptographic Holographic Passes: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HMAC-SHA256 signed QR tickets generated instantly upon student registration, stored offline in Digital Vault.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Gemini AI Copilot &amp; EventBot: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drafts full event blueprints in 1 click; 24/7 EventBot answers student queries dynamically.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Fraud-Proof Attendance Lock: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of Participation are issued strictly to students verified by gate camera scanning.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90488" y="1874520"/>
            <a:ext cx="5358384" cy="4206240"/>
          </a:xfrm>
          <a:prstGeom prst="roundRect">
            <a:avLst/>
          </a:prstGeom>
          <a:solidFill>
            <a:srgbClr val="131622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9088" y="2057400"/>
            <a:ext cx="4901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HIGHLIGHT ARCHITECTURE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19088" y="2468880"/>
            <a:ext cx="4901184" cy="749808"/>
          </a:xfrm>
          <a:prstGeom prst="roundRect">
            <a:avLst/>
          </a:prstGeom>
          <a:solidFill>
            <a:srgbClr val="1E2333"/>
          </a:solidFill>
          <a:ln w="12700">
            <a:solidFill>
              <a:srgbClr val="333B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01968" y="2542032"/>
            <a:ext cx="4535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1. AI Event Synthesis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01968" y="2788920"/>
            <a:ext cx="4535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Transform 1 sentence prompt into title, agenda, and prerequisites via Gemini 2.5 Flash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19088" y="3310128"/>
            <a:ext cx="4901184" cy="749808"/>
          </a:xfrm>
          <a:prstGeom prst="roundRect">
            <a:avLst/>
          </a:prstGeom>
          <a:solidFill>
            <a:srgbClr val="1E2333"/>
          </a:solidFill>
          <a:ln w="12700">
            <a:solidFill>
              <a:srgbClr val="333B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01968" y="3383280"/>
            <a:ext cx="4535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2. Cryptographic Passports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01968" y="3630168"/>
            <a:ext cx="4535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Solo or 2-4 member squad pass with anti-duplication token &amp; seat allocation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19088" y="4151376"/>
            <a:ext cx="4901184" cy="749808"/>
          </a:xfrm>
          <a:prstGeom prst="roundRect">
            <a:avLst/>
          </a:prstGeom>
          <a:solidFill>
            <a:srgbClr val="1E2333"/>
          </a:solidFill>
          <a:ln w="12700">
            <a:solidFill>
              <a:srgbClr val="333B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01968" y="4224528"/>
            <a:ext cx="4535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3. 200ms Laser Gate Scanner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601968" y="4471416"/>
            <a:ext cx="4535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Real-time camera check-in with auditory beep &amp; instant admission status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19088" y="4992624"/>
            <a:ext cx="4901184" cy="749808"/>
          </a:xfrm>
          <a:prstGeom prst="roundRect">
            <a:avLst/>
          </a:prstGeom>
          <a:solidFill>
            <a:srgbClr val="1E2333"/>
          </a:solidFill>
          <a:ln w="12700">
            <a:solidFill>
              <a:srgbClr val="333B5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01968" y="5065776"/>
            <a:ext cx="4535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4. Verifiable Credentials &amp; NAAC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601968" y="5312664"/>
            <a:ext cx="4535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Public URL QR verification + 1-click official NBA / NAAC Criterion 5.3 PDF audit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OneDrive\Desktop\EventSync\server\assets\header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10911535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097280"/>
            <a:ext cx="10911535" cy="182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1704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THE ARSENAL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 &amp; CORE FUNCTIONALITY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6263640"/>
            <a:ext cx="10911535" cy="9144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7961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EVENTEASE]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535838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011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600200" y="2039112"/>
            <a:ext cx="4215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Holographic Passes &amp; Squad Registration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2468880"/>
            <a:ext cx="49011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ticket minting upon enrollment. Supports Solo &amp; Team/Squad entries (2-4 members with joint pass). Offline printable passes with HMAC digital signature.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90488" y="1874520"/>
            <a:ext cx="535838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19088" y="2011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150608" y="2039112"/>
            <a:ext cx="4215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200ms Laser HUD Gate Check-in Scanner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19088" y="2468880"/>
            <a:ext cx="49011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Mobile-friendly camera scanner with audio chimes. Instant check-in status validation, anti-replay fraud prevention, and real-time live attendance sync.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4069080"/>
            <a:ext cx="535838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4206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4233672"/>
            <a:ext cx="4215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Gemini AI Copilot &amp; Campus EventBot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68680" y="4663440"/>
            <a:ext cx="49011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Event Copilot generates complete collegiate proposals in seconds. 24/7 floating EventBot parses natural student questions with live database event context.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90488" y="4069080"/>
            <a:ext cx="535838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19088" y="4206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150608" y="4233672"/>
            <a:ext cx="4215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Verifiable Digital Certificates &amp; NAAC Audit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419088" y="4663440"/>
            <a:ext cx="49011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Issuance restricted exclusively to gate-verified attendees. Cryptographic QR verify portal (/verify-certificate/:id) + 1-click NAAC Criterion 5 audit report generator.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OneDrive\Desktop\EventSync\server\assets\header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10911535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097280"/>
            <a:ext cx="10911535" cy="182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1704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THE EXECUTION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SOLUTION WILL WORK (EXECUTION FLOW)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6263640"/>
            <a:ext cx="10911535" cy="9144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7961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EVENTEASE]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2587752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2221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2286000"/>
            <a:ext cx="2221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PROPOSAL &amp; CREATION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2651760"/>
            <a:ext cx="22219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/ Club Lead uses AI Copilot to draft agenda, venue, capacity. Submits for review.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10712" y="1874520"/>
            <a:ext cx="2587752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93592" y="2011680"/>
            <a:ext cx="2221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93592" y="2286000"/>
            <a:ext cx="2221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MINTING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593592" y="2651760"/>
            <a:ext cx="22219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Attendee registers Solo or Squad (2-4). Receives encrypted QR pass in My Tickets.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81344" y="1874520"/>
            <a:ext cx="2587752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64224" y="2011680"/>
            <a:ext cx="2221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64224" y="2286000"/>
            <a:ext cx="2221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CHECK-IN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364224" y="2651760"/>
            <a:ext cx="22219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scans student QR at door (&lt;200ms). Admits attendee &amp; blocks duplicate re-entry.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951976" y="1874520"/>
            <a:ext cx="2587752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34856" y="2011680"/>
            <a:ext cx="2221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134856" y="2286000"/>
            <a:ext cx="2221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CREDENTIALS &amp; AUDIT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134856" y="2651760"/>
            <a:ext cx="22219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certificate dispatch strictly to verified attendees. 1-click NAAC PDF report.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40080" y="4114800"/>
            <a:ext cx="1091153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4251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ARCHITECTURE &amp; FLOW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68680" y="4617720"/>
            <a:ext cx="1993392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60120" y="475488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React 18 SPA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60120" y="516636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Client UI / Scanner / EventBot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044952" y="4617720"/>
            <a:ext cx="1993392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136392" y="475488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Express.js Gateway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136392" y="516636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Auth / Role Guard / QR HMAC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221224" y="4617720"/>
            <a:ext cx="1993392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12664" y="475488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MongoDB Atlas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312664" y="516636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Events / Users / Tickets / Certs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397496" y="4617720"/>
            <a:ext cx="1993392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88936" y="475488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Gemini 2.5 AI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488936" y="516636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Copilot &amp; Conversational Agent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9573768" y="4617720"/>
            <a:ext cx="1993392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5208" y="475488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Nodemailer Dispatch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9665208" y="516636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Automated 2h QR Pass Reminders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OneDrive\Desktop\EventSync\server\assets\header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10911535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097280"/>
            <a:ext cx="10911535" cy="182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1704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THE GEAR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&amp; TECH STACK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6263640"/>
            <a:ext cx="10911535" cy="9144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7961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EVENTEASE]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1153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023360"/>
                <a:gridCol w="4967935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 / Libraries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We Chose It (Engineering Rationale)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11D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18, Vite, TailwindCSS, Framer Motion, Lucide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 HMR, 60fps animations, mobile-first cyberpunk UI, sub-second loads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11D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Node.js, Express.js (ES Modules), JWT, CORS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Non-blocking I/O event loop, high concurrent attendance throughput, modular routers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11D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 Atlas, Mongoose ODM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cluster resilience, flexible schema for squad rosters &amp; nested ticket payloads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11D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&amp; Copilot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Gemini 2.5 Flash SDK (@google/genai) + Custom NLP Engine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Multi-turn conversational campus context with zero-crash collegiate fallback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11D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&amp; QR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qrcode, html5-qrcode, bcryptjs, HMAC-SHA256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tamper-proof ticket encoding with hardware laser HUD camera scanning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11D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Nodemailer (Gmail SMTP / Ethereal Testbed)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2-hour pre-event gate reminders with embedded pass attachments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OneDrive\Desktop\EventSync\server\assets\header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10911535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097280"/>
            <a:ext cx="10911535" cy="182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1704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INSIDE THE MINT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PROGRESS &amp; IMPLEMENTATION STATUS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6263640"/>
            <a:ext cx="10911535" cy="9144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7961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EVENTEASE]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5358384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057400"/>
            <a:ext cx="4901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 PRODUCTION COMPLETED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2468880"/>
            <a:ext cx="490118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Full Authentication &amp; Role Guards: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Student, Club Lead, Faculty, and Admin roles with OTP verification.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Holographic QR Pass System: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ticket minting, digital vault in My Tickets, solo and team/squad registration.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Gate Scanner HUD &amp; Attendee Management: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QR scanning (&lt;200ms), manual override, CSV export, broadcast alert.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Google Gemini AI Suite: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Event Copilot blueprint generator + conversational EventBot with live DB events.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Verifiable Certificate Vault &amp; NAAC: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anti-fraud certificates + NAAC Criterion 5.3 PDF report generator.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90488" y="1874520"/>
            <a:ext cx="5358384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9088" y="2057400"/>
            <a:ext cx="4901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PROGRESS / TEST BENCH METRICS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19088" y="2468880"/>
            <a:ext cx="490118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NFC Turnstile Gate Sync: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Tap-to-enter integration with college smart cards and RFID wristbands.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Mesh Sync Engine: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P2P Bluetooth mesh verification in zero-connectivity basement auditoriums.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Verified Test Bench Metrics: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 Gate Spoofing Errors observed during test load runs.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Sub-200ms average QR scan latency on mobile webcams.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production-ready Vite client build (2.25s bundle compile).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MongoDB Atlas cloud cluster connected and active.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OneDrive\Desktop\EventSync\server\assets\header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10911535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097280"/>
            <a:ext cx="10911535" cy="182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1704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INSIDE THE MINT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SECURITY &amp; ANTI-FRAUD ARCHITECTURE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6263640"/>
            <a:ext cx="10911535" cy="9144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7961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EVENTEASE]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920240"/>
            <a:ext cx="10911535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45920" y="2057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HMAC-SHA256 Encrypted Passports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645920" y="24231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QR code encapsulates a cryptographic hash of ticketCode, eventId, rollNumber, and a server secret key. Screenshot replication or ticket spoofing is mathematically impossible.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3337560"/>
            <a:ext cx="10911535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3520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645920" y="34747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Strict Physical Gate Attendance Gatekeeping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645920" y="3840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traditional platforms where anyone registered gets a certificate, EventEase strictly restricts issuance to status: "checked_in", physically stamped at the gate.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4754880"/>
            <a:ext cx="10911535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4937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645920" y="48920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Public QR Registry Verification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645920" y="5257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certificate carries an authentic URL token (/verify-certificate/MU-CERT-2026-XXXX). Recruiters and academic auditors verify authenticity in 1 second.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OneDrive\Desktop\EventSync\server\assets\header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10911535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097280"/>
            <a:ext cx="10911535" cy="182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1704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INSIDE THE MINT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BENCHMARKING (WHY EVENTEASE WINS)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6263640"/>
            <a:ext cx="10911535" cy="9144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7961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EVENTEASE]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1153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651760"/>
                <a:gridCol w="2651760"/>
                <a:gridCol w="3139135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 / 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Forms / Sheets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Eventbrite / Luma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EventEase (Our Project)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Verification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Manual paper ticking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Generic ticket barcode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200ms Laser HUD QR Scanner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Squad / Team Entry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Messy comma fields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Individual passes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Native 2-4 Member Squad 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Event Copilot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Google Gemini 2.5 Flash Engine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Campus AI EventBot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24/7 Live Context Q&amp;A Concierge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Certificate Anti-Fraud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Fakeable Canva certs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Paid add-ons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Issued ONLY to Gate Check-ins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NAAC / NBA Accreditation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14 Days Manual Assembly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 collegiate alignment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1-Click Criterion 5.3 PDF Audit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OneDrive\Desktop\EventSync\server\assets\header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10911535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097280"/>
            <a:ext cx="10911535" cy="182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1704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THE GETAWAY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PLAN &amp; STRATEGIC ROADMAP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6263640"/>
            <a:ext cx="10911535" cy="9144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7961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EVENTEASE]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351129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057400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37744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DURING HACKATHON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2834640"/>
            <a:ext cx="3054096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end-to-end QR pass lifecycle
• Google Gemini 2.5 Flash AI Copilot &amp; EventBot
• Verifiable Digital Certificate Vault
• Live gate HUD scanner demonstration
• Zero-crash collegiate fallback engine
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34256" y="1874520"/>
            <a:ext cx="351129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2856" y="2057400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62856" y="237744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RIGHT AFTER (30 DAYS)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62856" y="2834640"/>
            <a:ext cx="3054096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 to cloud hosting (Vercel/Render)
• Pilot with 5 active Atmiya University clubs
• Automated WhatsApp pass delivery via Twilio
• NFC student ID card tap-to-admit beta
• IQAC dashboard export for college reports
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28432" y="1874520"/>
            <a:ext cx="351129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57032" y="2057400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57032" y="237744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LONG-TERM VISION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57032" y="2834640"/>
            <a:ext cx="3054096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Multi-campus SaaS scaling across 20+ universities
• Turnstile hardware IoT gate controller integration
• Verifiable Web3 on-chain credential ledger
• AI student skill graph from verified fest turnouts
• Sponsorship &amp; hackathon prize escrow contracts
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OneDrive\Desktop\EventSync\server\assets\header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10911535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097280"/>
            <a:ext cx="10911535" cy="182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1704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THE GETAWAY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FEASIBILITY, BUSINESS MODEL &amp; CAMPUS IMPACT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6263640"/>
            <a:ext cx="10911535" cy="9144"/>
          </a:xfrm>
          <a:prstGeom prst="rect">
            <a:avLst/>
          </a:prstGeom>
          <a:solidFill>
            <a:srgbClr val="E2DCD2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7961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EVENTEASE]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535838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011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68680" y="2651760"/>
            <a:ext cx="4901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Reduction in Gate Queue Time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3017520"/>
            <a:ext cx="4901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3-minute manual name searches down to sub-200ms optical laser camera scans.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90488" y="1874520"/>
            <a:ext cx="535838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19088" y="2011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419088" y="2651760"/>
            <a:ext cx="4901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Elimination of Proxy Certificates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19088" y="3017520"/>
            <a:ext cx="4901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certificates are cryptographically locked to physical gate check-in logs.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4069080"/>
            <a:ext cx="535838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4206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Click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868680" y="4846320"/>
            <a:ext cx="4901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NAAC / NBA Accreditation Prep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68680" y="5212080"/>
            <a:ext cx="4901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administrative documentation from 14 days down to 1 click PDF export.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90488" y="4069080"/>
            <a:ext cx="535838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19088" y="4206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Cost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6419088" y="4846320"/>
            <a:ext cx="4901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Completely Free for Students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19088" y="5212080"/>
            <a:ext cx="4901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ticket processing fees or paywalls for university members.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OneDrive\Desktop\EventSync\server\assets\header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10911535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097280"/>
            <a:ext cx="10911535" cy="182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1704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THE VAULT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REPOSITORY &amp; PROJECT DELIVERABLES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6263640"/>
            <a:ext cx="10911535" cy="9144"/>
          </a:xfrm>
          <a:prstGeom prst="rect">
            <a:avLst/>
          </a:prstGeom>
          <a:solidFill>
            <a:srgbClr val="2A2F3D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7961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EVENTEASE]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920240"/>
            <a:ext cx="10911535" cy="1143000"/>
          </a:xfrm>
          <a:prstGeom prst="roundRect">
            <a:avLst/>
          </a:prstGeom>
          <a:solidFill>
            <a:srgbClr val="161922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2402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 https://github.com/ashishagrawal/EventEase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3291840"/>
            <a:ext cx="2587752" cy="274320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474720"/>
            <a:ext cx="2221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PUBLIC REPO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" y="3794760"/>
            <a:ext cx="137160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794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VERIFIED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22960" y="4206240"/>
            <a:ext cx="22219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Repository visibility is set to public with transparent branch history &amp; documentation.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410712" y="3291840"/>
            <a:ext cx="2587752" cy="274320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93592" y="3474720"/>
            <a:ext cx="2221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README &amp; DOCS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593592" y="3794760"/>
            <a:ext cx="137160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93592" y="3794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COMPREHENSIVE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593592" y="4206240"/>
            <a:ext cx="22219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Covers setup steps, API gateway index, AI endpoints, demo accounts &amp; architecture.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81344" y="3291840"/>
            <a:ext cx="2587752" cy="274320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64224" y="3474720"/>
            <a:ext cx="2221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COMMITS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364224" y="3794760"/>
            <a:ext cx="137160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64224" y="3794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ACTIVE &amp; REGULAR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364224" y="4206240"/>
            <a:ext cx="22219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Frequent, clean commits documenting AI Copilot, EventBot, Certificate Vault &amp; gate scanner.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951976" y="3291840"/>
            <a:ext cx="2587752" cy="274320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34856" y="3474720"/>
            <a:ext cx="2221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PROTOTYPE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134856" y="3794760"/>
            <a:ext cx="137160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34856" y="3794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HACKATHON READY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9134856" y="4206240"/>
            <a:ext cx="22219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Client on Vite localhost:5173, Server on Express port 5000, Live MongoDB Atlas cluster.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2026-10-08T18:29:59Z</dcterms:created>
  <dcterms:modified xsi:type="dcterms:W3CDTF">2026-10-08T18:29:59Z</dcterms:modified>
</cp:coreProperties>
</file>
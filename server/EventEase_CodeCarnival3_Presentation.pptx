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DEVELOPER STUDENTS CLUB PRESENTS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CARNIVAL 3.0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Template · The Heist Plan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3200400" cy="1234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337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NAME
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3611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EventEase (Team SyncForge)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200400"/>
            <a:ext cx="3200400" cy="1234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337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ID
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3611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CC3-ADSC-2026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3200400"/>
            <a:ext cx="3200400" cy="1234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3337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TEAM LEADER / FOUNDER
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611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Ashish Agrawal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6720840" cy="1234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PROJECT / PROBLEM STATEMENT TITLE
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EventEase: Autonomous Campus Event Operations, Holographic QR Gate Passports &amp; AI NAAC Audit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4663440"/>
            <a:ext cx="3200400" cy="1234440"/>
          </a:xfrm>
          <a:prstGeom prst="roundRect">
            <a:avLst/>
          </a:prstGeom>
          <a:solidFill>
            <a:srgbClr val="161922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800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1D48"/>
                </a:solidFill>
              </a:rPr>
              <a:t>THEME / TRACK
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38160" y="5074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Campus &amp; AI / Web3 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Chaotic Campus Event Operations: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manage events via unstructured Google Forms, WhatsApp links, and physical paper rosters.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Rampant Gate Fraud &amp; Proxy Attendance: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Unregistered crowds flood auditorium gates; students share screenshots to fake attendance.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 Certificates &amp; Accreditation Hassle: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Non-attendees claim participation certificates, while college admin spends 2+ weeks compiling manual reports for NAAC / NBA.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UNDERSTANDING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a unified, university-governed digital credential infrastructure with physical verification at the entrance.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Gaps in Existing Tools: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Eventbrite/Luma lack institutional .edu checks, NAAC academic metrics, and anti-tamper QR pass scanning.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Solve It Now: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10,000+ students and 40+ annual collegiate fests, colleges urgently need an automated, anti-fraud, AI-powered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STAKEHOLDER PAIN POINTS &amp; AUDIENCE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COMMUNITY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queues, lost entry slips, manual forms, lack of verified proofs for internships &amp; resume credentials.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holographic QR pass in "My Tickets", solo or squad entry, and cryptographic digital certificate vault.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CLUB LEADS &amp; ORGANIZERS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spreadsheet chaos, gate overcrowding, difficult email reminders, and days wasted drafting agendas.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Google Gemini AI Event Copilot, live 200ms laser HUD scanner camera, and 1-click 2-hour broadcast alerts.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290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FACULTY &amp; IQAC 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97180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Pain Point: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attendance data, proxy fraud, and hundreds of manual hours assembling NAAC Criterion 5 audit files.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EventEase Impact: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gate-verified certificate issuance, automated NAAC Criterion 5.3 PDF report, and institutional review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 — EVENTEASE PROTOCOL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CORE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End-to-End Autonomous Platform: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collegiate web portal integrating event lifecycle, ticketing, attendance, and reporting.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Holographic Passes: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signed QR tickets generated instantly upon student registration, stored offline in Digital Vault.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Campus Copilot &amp; EventBot: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drafts full event blueprints in 1 click; 24/7 EventBot answers student queries dynamically.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Fraud-Proof Attendance &amp; Certificates: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of Participation are issued strictly to students verified by gate camera scanning.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31622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HIGHLIGHT ARCHITECTURE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2423160"/>
            <a:ext cx="4572000" cy="777240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963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Event Synthesis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75234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1 sentence prompt into title, agenda, and prerequisites via Gemini 2.5 Flash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3291840"/>
            <a:ext cx="4572000" cy="777240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3649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Cryptographic Pass Minting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36210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or 2-4 member squad pass with anti-duplication token &amp; seat allocation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4160520"/>
            <a:ext cx="4572000" cy="777240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2336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200ms Laser Gate Scanner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44897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camera check-in with auditory beep &amp; instant admission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5029200"/>
            <a:ext cx="4572000" cy="777240"/>
          </a:xfrm>
          <a:prstGeom prst="roundRect">
            <a:avLst/>
          </a:prstGeom>
          <a:solidFill>
            <a:srgbClr val="1E2333"/>
          </a:solidFill>
          <a:ln w="12700">
            <a:solidFill>
              <a:srgbClr val="333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51023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Verifiable Credentials &amp; NAAC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3583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QR verification + 1-click official NBA / NAAC Criterion 5.3 PDF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THE ARSENAL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CORE FUNCTIONALITY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190195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Holographic QR Passes &amp; Squad Registration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ticket minting upon enrollment. Supports Solo &amp; Team/Squad entries (2-4 members with joint pass). Offline printable passes with HMAC digital signature.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74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178040" y="190195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200ms Laser HUD Gate Check-in Scanner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37744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 camera scanner with audio chimes. Instant check-in status validation, anti-replay fraud prevention, and real-time live attendance sync.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414223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Gemini AI Copilot &amp; Campus EventBot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Event Copilot generates complete collegiate proposals in seconds. 24/7 floating EventBot parses natural student questions with live database event context.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414223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Verifiable Digital Certificates &amp; NAAC Audit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restricted exclusively to gate-verified attendees. Cryptographic QR verify portal (/verify-certificate/:id) + 1-click NAAC Criterion 5 audit report generator.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THE EXECUTION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SOLUTION WILL WORK (EXECUTION FLOW)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2514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 &amp; CREATION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Copilot to draft agenda, venue, capacity. Submits for Admin review or publishes directly.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737360"/>
            <a:ext cx="2514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MINTING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5146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Solo or Squad (2-4). Receives encrypted QR ticket pass in My Tickets with seat number.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514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148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CHECK-IN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5146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scans student QR at venue door. Verified in &lt;200ms, marks attendee as admitted, blocks duplicate re-entry.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0" y="1737360"/>
            <a:ext cx="25146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8745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2148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CREDENTIALS &amp; AUDIT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25146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certificate dispatch strictly to verified attendees. 1-click NAAC Criterion 5 PDF outcome report.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106070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&amp; VERIFICATION PIPELINE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526280"/>
            <a:ext cx="1874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SPA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5257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UI / Scanner / EventBot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4526280"/>
            <a:ext cx="1874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Gateway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54680" y="5257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Role Guard / QR HMAC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4526280"/>
            <a:ext cx="1874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5257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/ Users / Tickets / Certs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78040" y="4526280"/>
            <a:ext cx="1874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5257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Copilot &amp; Campus Agent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235440" y="4526280"/>
            <a:ext cx="1874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Dispatch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26880" y="5257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2h QR Pass Reminders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THE GEAR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TECH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4846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/ Libraries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We Chose It (Engineering Rationale)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18, Vite, TailwindCSS, Framer Motion, Lucide Icons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HMR, 60fps animations, mobile-first cyberpunk UI, sub-second loads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Node.js, Express.js (ES Modules), JWT, CORS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Non-blocking I/O event loop, high concurrent attendance throughput, modular routers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Atlas, Mongoose ODM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cluster resilience, flexible schema for team structures &amp; nested ticket payloads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&amp; Copilot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Gemini 2.5 Flash SDK (@google/genai) + Custom NLP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Multi-turn conversational campus context with zero-crash collegiate fallback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QR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qrcode, html5-qrcode, bcryptjs, HMAC-SHA256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tamper-proof ticket encoding with hardware laser HUD camera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Nodemailer (Gmail SMTP / Ethereal Testbed)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2-hour pre-event gate reminders with embedded pass attachments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PROGRESS &amp; IMPLEMENTATION STATUS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PRODUCTION COMPLETED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Authentication &amp; Role Guards: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Club Lead, Faculty, and Admin roles with OTP verification.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Holographic QR Pass System: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ticket minting, digital vault in My Tickets, solo and team/squad registration.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Gate Scanner HUD &amp; Attendee Management: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QR scanning (&lt;200ms), manual override, CSV export, broadcast alert.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Google Gemini AI Suite: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Event Copilot blueprint generator + conversational EventBot knowing live DB events.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Verifiable Certificate Vault &amp; NAAC: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anti-fraud certificates + NAAC Criterion 5.3 PDF report generator.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PROGRESS / NEXT ITERATION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NFC Turnstile Gate Sync: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Tap-to-enter integration with college smart cards and RFID wristbands.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Mesh Sync Engine: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P2P Bluetooth mesh verification in zero-connectivity basement auditoriums.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Test Bench Metrics: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 Gate Spoofing Errors observed during test load runs.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Sub-200ms average QR scan latency on mobile webcams.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production-ready Vite client build (2.25s bundle compile).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MongoDB Atlas cloud cluster connected and active.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SECURITY &amp; ANTI-FRAUD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07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HMAC-SHA256 Encrypted Passports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26771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QR code encapsulates a cryptographic hash of ticketCode, eventId, rollNumber, and a server secret key. Screenshot replication or ticket spoofing is mathematically impossible.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0607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3383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Strict Gate Attendance Gatekeeping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7307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traditional platforms where anyone registered gets a certificate, EventEase strictly restricts issuance to status: "checked_in", physically stamped at the gate.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10607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983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4846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QR Registry 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519379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certificate carries an authentic URL token (/verify-certificate/MU-CERT-2026-XXXX). Recruiters and academic auditors verify authenticity in 1 second.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INSIDE THE MINT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BENCHMARKING (WHY EVENTEASE WINS)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07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56032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/ 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Forms / Sheets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Eventbrite / Luma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EventEase (Our Project)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Verification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Manual paper ticking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Generic ticket barcode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200ms Laser HUD QR Scanner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Squad / Team Entry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Messy comma fields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Individual passes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Native 2-4 Member Squad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Event Copilot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Google Gemini 2.5 Flash Engine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AI EventBot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24/7 Live Context Q&amp;A Concierge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 Anti-Fraud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Fakeable Canva certs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Paid add-ons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Issued ONLY to Gate Check-ins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NAAC / NBA Accreditation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14 Days Manual Assembly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collegiate alignment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1-Click Criterion 5.3 PDF Audit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THE GETAWAY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PLAN &amp; STRATEGIC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DURING HACKATHON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2880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end-to-end QR pass lifecycle
• Google Gemini 2.5 Flash AI Copilot &amp; EventBot
• Verifiable Digital Certificate Vault
• Live gate HUD scanner demonstration
• Zero-crash collegiate fallback engine
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AFTER (30 DAYS)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880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 to cloud hosting (Vercel/Render)
• Pilot with 5 active Atmiya University clubs
• Automated WhatsApp pass notifications via Twilio
• NFC student ID card tap-to-admit beta
• IQAC dashboard export for annual college reports
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1945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743200"/>
            <a:ext cx="2880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Multi-campus SaaS scaling across 20+ universities
• Turnstile hardware IoT gate controller integration
• Verifiable Web3 on-chain credential ledger
• AI student skill graph from verified fest turnouts
• Sponsorship &amp; hackathon prize escrow contracts
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THE GETAWAY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FEASIBILITY, BUSINESS MODEL &amp; CAMPUS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Reduction in Gate Queue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3-minute manual name searches to sub-200ms optical laser scans.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9202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Elimination of Proxy Certificates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certificates are cryptographically locked to physical gate check-in logs.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Click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0584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NAAC / NBA Accreditation Prep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administrative documentation from 14 days down to 1 click PDF export.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1663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C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60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Cost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4652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Completely Free for Students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52120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transaction fees or registration barriers for campus attendees.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ATMIYA UNIVERSITY  |  RIT  |  ADSC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THE VAULT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REPOSITORY &amp; PROJECT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"/>
            <a:ext cx="10698480" cy="274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Carnival 3.0  ·  ADSC, Atmiya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EVENTEASE / SYNCLAB]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607040" cy="1188720"/>
          </a:xfrm>
          <a:prstGeom prst="roundRect">
            <a:avLst/>
          </a:prstGeom>
          <a:solidFill>
            <a:srgbClr val="161922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https://github.com/ashishagrawal/EventEase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2514600" cy="292608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REPO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14630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visibility is set to public with transparent branch history &amp; documentation.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3200400"/>
            <a:ext cx="2514600" cy="292608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README &amp; DOCS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3794760"/>
            <a:ext cx="14630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11880" y="4251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setup steps, API gateway index, AI endpoints, demo accounts &amp; architecture.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514600" cy="292608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94760"/>
            <a:ext cx="14630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&amp; REGULAR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4251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Frequent, clean commits documenting AI Copilot, EventBot, Certificate Vault &amp; gate scanner.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3200400"/>
            <a:ext cx="2514600" cy="292608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A2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4290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3794760"/>
            <a:ext cx="1463040" cy="274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READY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06840" y="42519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on Vite localhost:5173, Server on Express port 5000, Live MongoDB Atlas cluster.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2026-10-08T17:58:35Z</dcterms:created>
  <dcterms:modified xsi:type="dcterms:W3CDTF">2026-10-08T17:58:35Z</dcterms:modified>
</cp:coreProperties>
</file>